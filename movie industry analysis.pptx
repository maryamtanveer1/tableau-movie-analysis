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66F12B0-62C5-40BC-9186-5622AB225EE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movie industry 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9FE02BB-84B7-41B3-B1C8-5B2EB2C26AE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02/05/2025 1:30:49 pm GMT+5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154859C6-D89E-4576-A4F7-38C0A034B0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8A1225C7-4A3D-43F1-8DE2-4A5CB7F136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2025-05-02T08:30:50Z</dcterms:created>
  <dcterms:modified xsi:type="dcterms:W3CDTF">2025-05-02T08:30:50Z</dcterms:modified>
</cp:coreProperties>
</file>